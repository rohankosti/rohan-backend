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MongoDB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By CodeMaster Mitesh</a:t>
            </a:r>
          </a:p>
          <a:p>
            <a:r>
              <a:t>Web Development Course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What is MongoDB</a:t>
            </a:r>
          </a:p>
          <a:p>
            <a:r>
              <a:t>2. History of MongoDB</a:t>
            </a:r>
          </a:p>
          <a:p>
            <a:r>
              <a:t>3. SQL vs NoSQL</a:t>
            </a:r>
          </a:p>
          <a:p>
            <a:r>
              <a:t>4. Installation</a:t>
            </a:r>
          </a:p>
          <a:p>
            <a:r>
              <a:t>5. CRUD Operations</a:t>
            </a:r>
          </a:p>
          <a:p>
            <a:r>
              <a:t>6. Summary &amp;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MongoDB?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MongoDB is a document-oriented NoSQL database.</a:t>
            </a:r>
          </a:p>
          <a:p>
            <a:r>
              <a:t>- Stores data in JSON-like documents (BSON)</a:t>
            </a:r>
          </a:p>
          <a:p>
            <a:r>
              <a:t>- Flexible schema</a:t>
            </a:r>
          </a:p>
          <a:p>
            <a:r>
              <a:t>- Supports replication, sharding, indexing</a:t>
            </a:r>
          </a:p>
          <a:p>
            <a:r>
              <a:t>- Multi-language support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History of MongoDB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2007: Developed by 10gen (now MongoDB Inc.)</a:t>
            </a:r>
          </a:p>
          <a:p>
            <a:r>
              <a:t>2009: First public release</a:t>
            </a:r>
          </a:p>
          <a:p>
            <a:r>
              <a:t>2013: Company renamed to MongoDB Inc.</a:t>
            </a:r>
          </a:p>
          <a:p>
            <a:r>
              <a:t>2017: Became public on NASDAQ (MDB)</a:t>
            </a:r>
          </a:p>
          <a:p>
            <a:r>
              <a:t>2018: Switched to SSPL license</a:t>
            </a:r>
          </a:p>
          <a:p>
            <a:r>
              <a:t>Ongoing: Supports ACID transactions, Atlas cloud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vs NoSQL (MongoDB)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SQL (Relational):</a:t>
            </a:r>
          </a:p>
          <a:p>
            <a:r>
              <a:t>- Tables, Rows, Columns</a:t>
            </a:r>
          </a:p>
          <a:p>
            <a:r>
              <a:t>- Fixed Schema</a:t>
            </a:r>
          </a:p>
          <a:p>
            <a:r>
              <a:t>- SQL Language</a:t>
            </a:r>
          </a:p>
          <a:p>
            <a:r>
              <a:t>- Supports Joins</a:t>
            </a:r>
          </a:p>
          <a:p>
            <a:r>
              <a:t>- Vertical Scaling</a:t>
            </a:r>
          </a:p>
          <a:p/>
          <a:p>
            <a:r>
              <a:t>NoSQL (MongoDB):</a:t>
            </a:r>
          </a:p>
          <a:p>
            <a:r>
              <a:t>- JSON Documents</a:t>
            </a:r>
          </a:p>
          <a:p>
            <a:r>
              <a:t>- Dynamic Schema</a:t>
            </a:r>
          </a:p>
          <a:p>
            <a:r>
              <a:t>- API Queries</a:t>
            </a:r>
          </a:p>
          <a:p>
            <a:r>
              <a:t>- No complex joins</a:t>
            </a:r>
          </a:p>
          <a:p>
            <a:r>
              <a:t>- Horizontal Scaling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Installation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Windows:</a:t>
            </a:r>
          </a:p>
          <a:p>
            <a:r>
              <a:t>1. Download MongoDB Installer</a:t>
            </a:r>
          </a:p>
          <a:p>
            <a:r>
              <a:t>2. Run setup (Complete)</a:t>
            </a:r>
          </a:p>
          <a:p>
            <a:r>
              <a:t>3. Create C:\data\db folder</a:t>
            </a:r>
          </a:p>
          <a:p>
            <a:r>
              <a:t>4. Run 'mongod' to start server</a:t>
            </a:r>
          </a:p>
          <a:p>
            <a:r>
              <a:t>5. Use 'mongosh' shell</a:t>
            </a:r>
          </a:p>
          <a:p/>
          <a:p>
            <a:r>
              <a:t>Linux (Ubuntu):</a:t>
            </a:r>
          </a:p>
          <a:p>
            <a:r>
              <a:t>1. sudo apt update</a:t>
            </a:r>
          </a:p>
          <a:p>
            <a:r>
              <a:t>2. sudo apt install mongodb-org</a:t>
            </a:r>
          </a:p>
          <a:p>
            <a:r>
              <a:t>3. sudo systemctl start mongod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MongoDB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Main tools:</a:t>
            </a:r>
          </a:p>
          <a:p>
            <a:r>
              <a:t>- mongod: Database Server</a:t>
            </a:r>
          </a:p>
          <a:p>
            <a:r>
              <a:t>- mongosh: Shell Interface</a:t>
            </a:r>
          </a:p>
          <a:p>
            <a:r>
              <a:t>- MongoDB Compass: GUI</a:t>
            </a:r>
          </a:p>
          <a:p>
            <a:r>
              <a:t>- Drivers: Node.js, Python, PHP, Java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CRUD Operations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CRUD = Create, Read, Update, Delete</a:t>
            </a:r>
          </a:p>
          <a:p>
            <a:r>
              <a:t>MongoDB Commands:</a:t>
            </a:r>
          </a:p>
          <a:p>
            <a:r>
              <a:t>- insertOne(), insertMany()</a:t>
            </a:r>
          </a:p>
          <a:p>
            <a:r>
              <a:t>- find(), findOne()</a:t>
            </a:r>
          </a:p>
          <a:p>
            <a:r>
              <a:t>- updateOne(), updateMany()</a:t>
            </a:r>
          </a:p>
          <a:p>
            <a:r>
              <a:t>- deleteOne(), deleteMany()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Create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school</a:t>
            </a:r>
          </a:p>
          <a:p/>
          <a:p>
            <a:r>
              <a:t>db.students.insertOne({ name: 'Alice', age: 20, branch: 'CS' })</a:t>
            </a:r>
          </a:p>
          <a:p/>
          <a:p>
            <a:r>
              <a:t>db.students.insertMany([</a:t>
            </a:r>
          </a:p>
          <a:p>
            <a:r>
              <a:t> { name: 'Bob', age: 21 },</a:t>
            </a:r>
          </a:p>
          <a:p>
            <a:r>
              <a:t> { name: 'Charlie', age: 22 }</a:t>
            </a:r>
          </a:p>
          <a:p>
            <a:r>
              <a:t>])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Read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db.students.find()</a:t>
            </a:r>
          </a:p>
          <a:p/>
          <a:p>
            <a:r>
              <a:t>db.students.find({ branch: 'CS' })</a:t>
            </a:r>
          </a:p>
          <a:p/>
          <a:p>
            <a:r>
              <a:t>db.students.findOne({ name: 'Bob' })</a:t>
            </a:r>
          </a:p>
          <a:p/>
          <a:p>
            <a:r>
              <a:t>db.students.find({ age: { $gt: 20 } }, { name: 1, branch: 1 })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Update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db.students.updateOne({ name: 'Alice' }, { $set: { age: 21 } })</a:t>
            </a:r>
          </a:p>
          <a:p/>
          <a:p>
            <a:r>
              <a:t>db.students.updateMany({ branch: 'Mech' }, { $inc: { age: 1 } })</a:t>
            </a:r>
          </a:p>
          <a:p/>
          <a:p>
            <a:r>
              <a:t>db.students.replaceOne({ name: 'Charlie' }, { name: 'Charlie', age: 23, branch: 'ECE' })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Delete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db.students.deleteOne({ name: 'Bob' })</a:t>
            </a:r>
          </a:p>
          <a:p/>
          <a:p>
            <a:r>
              <a:t>db.students.deleteMany({ age: { $gt: 22 } })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&amp;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Advantages:</a:t>
            </a:r>
          </a:p>
          <a:p>
            <a:r>
              <a:t>- Schema flexibility</a:t>
            </a:r>
          </a:p>
          <a:p>
            <a:r>
              <a:t>- Scalable</a:t>
            </a:r>
          </a:p>
          <a:p>
            <a:r>
              <a:t>- High performance</a:t>
            </a:r>
          </a:p>
          <a:p>
            <a:r>
              <a:t>- Rich query language</a:t>
            </a:r>
          </a:p>
          <a:p/>
          <a:p>
            <a:r>
              <a:t>Challenges:</a:t>
            </a:r>
          </a:p>
          <a:p>
            <a:r>
              <a:t>- Not ideal for complex joins</a:t>
            </a:r>
          </a:p>
          <a:p>
            <a:r>
              <a:t>- Indexing needed for performance</a:t>
            </a:r>
          </a:p>
          <a:p>
            <a:r>
              <a:t>- Transaction support added later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MongoDB is a NoSQL database</a:t>
            </a:r>
          </a:p>
          <a:p>
            <a:r>
              <a:t>- Stores data as JSON-like documents</a:t>
            </a:r>
          </a:p>
          <a:p>
            <a:r>
              <a:t>- Flexible, scalable, easy to use</a:t>
            </a:r>
          </a:p>
          <a:p>
            <a:r>
              <a:t>- CRUD = insert, find, update, delete</a:t>
            </a:r>
          </a:p>
          <a:p>
            <a:r>
              <a:t>- Great for modern web applications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MongoDB Docs: mongodb.com/docs</a:t>
            </a:r>
          </a:p>
          <a:p>
            <a:r>
              <a:t>DigitalOcean Tutorials</a:t>
            </a:r>
          </a:p>
          <a:p>
            <a:r>
              <a:t>GeeksforGeeks SQL vs NoSQL</a:t>
            </a:r>
          </a:p>
          <a:p>
            <a:r>
              <a:t>MongoDB CRUD Operations Guide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